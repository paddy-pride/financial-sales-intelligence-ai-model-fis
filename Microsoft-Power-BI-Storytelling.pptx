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d7591b1-710c-4317-9cd2-7fc4f7e85902}">
  <we:reference id="WA200003233" version="2.0.0.3" store="en-US" storeType="OMEX"/>
  <we:alternateReferences/>
  <we:properties>
    <we:property name="Microsoft.Office.CampaignId" value="&quot;none&quot;"/>
    <we:property name="reportUrl" value="&quot;/groups/me/reports/af252dcc-8303-43b9-bcba-6c3eb2306ec2/3c010fad50470da07203?bookmarkGuid=b74e2e1d-b95c-43b3-8e1a-e61b8ad945ac&amp;bookmarkUsage=1&amp;ctid=708f7b5b-20fc-4bc8-9150-b1015a308b9c&amp;fromEntryPoint=export&quot;"/>
    <we:property name="reportState" value="&quot;CONNECTED&quot;"/>
    <we:property name="artifactViewState" value="&quot;live&quot;"/>
    <we:property name="reportEmbeddedTime" value="&quot;2026-07-11T12:32:16.268Z&quot;"/>
    <we:property name="creatorSessionId" value="&quot;fddc27d5-d4ca-4bce-9857-f2d2dd0d67b9&quot;"/>
    <we:property name="creatorUserId" value="&quot;10032005EFEE2F3B&quot;"/>
    <we:property name="creatorTenantId" value="&quot;708f7b5b-20fc-4bc8-9150-b1015a308b9c&quot;"/>
    <we:property name="pageDisplayName" value="&quot;Executive Dashboard&quot;"/>
    <we:property name="pageName" value="&quot;3c010fad50470da07203&quot;"/>
    <we:property name="reportName" value="&quot;Executive Dashboard&quot;"/>
    <we:property name="isVisualContainerHeaderHidden" value="false"/>
    <we:property name="isFiltersActionButtonVisible" value="true"/>
    <we:property name="initialStateBookmark" value="&quot;H4sIAAAAAAAAA+1abW/bNhD+K4aAoRtgDCRFimK/JWk3DF2atgk6DEMwnMhjolaWPL2kyQL/950kOy9OHKfOm5v1kyXyeLx77ni8O+s0cGk1zuDkLYwweBlsFsXnEZSfBzwYBvl0bGfnzfbGhzd/v93Yfk3DxbhOi7wKXp4GNZQHWH9MqwaylgMN/rU/DCDL3sFB++Yhq3AYjLGsihyy9F/siWmqLhucDAM8HmdFCS3L3RpqbNkeETm9097855B2BFunR7iLtu5HQ8s48+AUk5o5YFqwlqzqCTrJriVpWXfbbxV5DWlO27RjsYu8DY1EFnmBxvtY6Ha8SvODbCrw+dq9k3GLSo3HdVIct3gkn2jjltNkQgpJlQhlEhvHifQRT1B6tzo3HWkUAr0HCCNEQIzDpdyqQ6DfK7yY0KFSVoJkGlUkDHi2Kq/IRiYmiCNvvPBMsSThq/IySrBIk3qCKyWM0NrYVXlJZxyGPHaGhPJOxt7GK8tlufeOg5fIUaNTnq2OFxijJClo4xA0OacTyaq8hCQNVcR9TF6utVfKLfewBbxsnBipQCRKAmeck4+JVXl5jjKSLlYWYuuZZKBX1lFHNlEQmgSUDBFlKHnUrvVpVk+PbXLy+nhcUsShONTz2nBHkFt0QRdWSqz6KHIabCNUTdnFlteXJnaLprT4AX03lddpfUJ8puTV4EfxU9BK864sKIR1c3tFDdngAx5h3mA3eVh82SqRQhcZgU32aeRGhS2Ubjp1SWt6KR2WmyedRq/SchbuxHBO6AfUhsQnAsdjZMYxFaswFFbFxus1Ap8GfFo/E+zPlOmhD03oQmfp0pLcOQr8OpJrBP37Bnri5wH+BXV6+D2C5ZwBZQyCbksULmFrAX/vJoNtSrjSfPDDN4//VX16A0SokxhYxAUlFE7pUINaCwP0DrPTIlV98+jPKdNDLyUT1puQs0RIyyFxkV0L6DeoHqByopf3+YSghWpNT4JnlPZEXisZhYJZpxkuNccWQXFQlKntNLxska0ia0b5bSXfggxzB+W81K/aGu0q9MNvKwnLqPjbOoSyvqUf8Hk/uFcwJ/uzGpfmPl2oYqfm7MW51y33+0rCGptQIUflm+axFW2yvdTH9orxW4Ktp2lJPs7KdTotv5TFqCOeNhSqJvmnQdJgHsDd2QQ9v5893MTJtyxm2vk0JydL20bCMOht2vnglHZ0kfaSI51TE+a7mBHYtwe3f+lkuXqduYZY0ehM3BQzF7S77NxraDmTYbQ8lx+2tgpeqs7Wvd7iAkrLESUOfxxiK1MHUe7SeirTb3NYVfeKYic6JBkuXnzmWJNJFzHvFu0uaL9QpvUOeU8hzcJC7HGFWZ4bPwU4d8pTsqai4IpuE8qvuaYet1Vw/5fWbY5hf3OF2jgntYnjWKOigtmo9UhW1+ucTuUY7HWN+icXZxuO01EzGvwKzcHTg7Od5jdKs/SYHnQL1/FodsldgqE1ISTIE6u5s+wWR+T+CojFZ3mraPK6vC4wfr9Sb7g1vt/wd+l+jWA8f1If7/Y69/j+9oo0B4eREbEyHCwVYGZ5l/dpj+ZSgKsstVQPXsQ4GCFdO+2Dgxo6Xcb9Xin284XrprFT9TT4PSX1e94fIWtati9e0QpXfMlfzDL9RZbrVnxFHbKC3eLQChlqHkr0JuGxsm55e/gx7La4Svlf2m0+W4wTT0fMhlIzlDY2giXL/018DLvt4sEI86cPsHduqI3Tr+qnPd9C5dyiveshC420XGrU0nMfKrR3+EfpfnqAf+J0bE1CxSZUqX24OLEEht5OYEAqVIjeq8Q6HcZyHdrtrYyD7SKvD9fWYO2HV9nsYF9hV9UET73bSTnrt97IvPtk7IIv3DaCPADeCyPHg7ji2bb7nfKT661WNHU1BovvIMdr4CZgIXfobgvysHWYdNppvWFB+7XemVEmk/8A/2oQwzgoAAA=&quot;"/>
    <we:property name="bookmark" value="&quot;H4sIAAAAAAAAA+1a62/bNhD/VwwBQzfAGEiKFMV+a9JuGLD05aDDMOTDiTwmamXJ0yNNGvh/30my83DiOHFebtZPlsnT8Xe/e5BH+yRwaTXJ4PgtjDF4GWwVxZcxlF8GPBgGeT/GuWBOYyxkJEKTCMdB0GwxqdMir4KXJ0EN5T7Wn9KqgaxVRIP/BJFnKMPIayWjUDDrNMNgbxhAlr2H/VbGQ1bhMJhgWRU5ZOk37FXQVF02OB0GeDTJihLahUY11Ngudkji9L0F9mtIOMDW6SGO0Nb9aGgZZx6cYlIzB0wL1opVvUCH90qRVnW3/HaR15DmtEw7FrvI29BIZJEXaLyPhW7HqzTfz2aAz97dPZ60lNV4VCfFUctS8pkWbjVNp2SQVIlQJrFxnEgf8QSld+tr05FGIdB7gDBCBMQ4XKmtOgD6vKSLCR0qZSVIplFFwoBn6+qKbGRiojjyxgvPFEsSvq4uowSLNJknuFLCCK2NXVeXdMZhyGNnCJR3MvY2XhuX5d5TKniJHDU65dn6fIExSpKBNg5BU3A6kayrS0iyUEXcxxTlWnul3OoIW6LLxomRCkSiJHDGOcWYWFeX5ygj6WJlIbaeSQZ6bRt1ZBMFVItAyRCpykgete/6NKtnaZscvzmalFSHqDr1ul65Q8gtuqArKyVWfRU5CXYQqqbsasubCxOjoiktfkTfTeV1Wh+Tnpl4NfhZ/BK0aN6XBZWwbm63qCEbfMRDzBvsJg+Kr9slUukiJ7DpHo1ca7CF0s2mLlhNX0qH5dZxZ9HrtJyXOzFcAP2A1hB8EnA8RmYcU7EKQ2FVbLzeIPJpwKf1M+H+1Jie+tCELnSWNi3JnaPCryO5QdR/aKAXfh7knzOnp98jWM4Z0IlB0G6JwiVsI+jvw2SwQ8ewNB/89N3zf9me3gER6iQGFnFBBwqndKhBbYQD+oB51zJVfffsLxjTUy8lE9abkLNESMshcZHdCOpfUT9A7USP9/mUoKVmzTLhquZqlTu2iYr9okxtZ+FFj2wXWTPOb4p8GzLMHZSLqF+3Pdpl6off1yEso+Zv+wDK+oZxwBfj4F7JnO7Ne1ya+3yui525s4dzr0vu9Z2ENTahRo7aN81jK9rD9soY2y0mb4m2XqYV+TRv1ylbfiuLcSc8u22omuTfBsmCRQJH8wl6/jB/uE6Tb1XMrfNpTkGWthcJw6D3aReDM9nxedkLgXQmTZyPMCOyb05u/6XDcnk7cw2potE53BQzF7SrvLvX0nKKYbz6LD9sfRW8VJ2ve7vFOZZWM0oa/jrAFlNHUe7SeobpjwWuqntlsYMOSYbLXz4NrOm0q5h3q3bnrF+KabNL3lOgWdqIPS6Y1WfjpyDnTueUrKmouKLbgvI229TjXhXc/6Z1kzTsd65QG+ekNnEca1TUMBu1GYfVzcrTGY7Bbnd9/+RwduAoHTfjwe/Q7D89OTtpfi2alWm63724ianZHe4SDK0JIUGeWM2dZTdIkftrIJbn8nbR5HV5VWH8saVes2v82OHvcvs1hslipj7e7nUW8f3uFWkODiMjYmU4WGrAzOpb3qdNzZUEV1lqqR88z3EwRtp22gcHNXS2TPq1UuznC9dNY2fqSfBnSub3uj9B1rRqX7ymN1zxNX8xP+kv81z3xi36kDX8FodWyFDzUKI3CY+Vdauvhx/Db8u7lP+l3xZPi3HiKcVsKDVDaWMjWLL618TH8NsI98eYP32BvfOF2iS91X3a821Uzjzahx6y0EjLpUYtPfehQnuHX5Tu5w7wb5yNbUip2IIqtQ9XJ1bQ0PsJDEiFCtF7lVinw1huwnV7i3GwU+T1wcY6rP3jVTZP7EvqqproqUcdyvl967XKu7+MnYuFm1aQB+B7aeV4kFA8XXavM356tdeKpq4mYPE95HgF3UQs5A7drUieTv8DEy1T4CUoAAA=&quot;"/>
    <we:property name="datasetId" value="&quot;0fea1ce9-aa45-43a7-870d-e4103d4b0d52&quot;"/>
    <we:property name="embedUrl" value="&quot;/reportEmbed?reportId=af252dcc-8303-43b9-bcba-6c3eb2306ec2&amp;config=eyJjbHVzdGVyVXJsIjoiaHR0cHM6Ly9XQUJJLVVLLVNPVVRILUQtUFJJTUFSWS1yZWRpcmVjdC5hbmFseXNpcy53aW5kb3dzLm5ldCIsImVtYmVkRmVhdHVyZXMiOnsidXNhZ2VNZXRyaWNzVk5leHQiOnRydWV9fQ%3D%3D&amp;disableSensitivityBanner=true&amp;storytellingChangeViewModeShortcutKeys=true&quot;"/>
    <we:property name="backgroundColor" value="&quot;#C2C2C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2A8B901B96042AE756E7F62DE7EFF" ma:contentTypeVersion="1" ma:contentTypeDescription="Create a new document." ma:contentTypeScope="" ma:versionID="edbf99b3f9aa6bc4a8bde04cd6902d2d">
  <xsd:schema xmlns:xsd="http://www.w3.org/2001/XMLSchema" xmlns:xs="http://www.w3.org/2001/XMLSchema" xmlns:p="http://schemas.microsoft.com/office/2006/metadata/properties" xmlns:ns3="fee209b7-9c49-4f20-bb6e-5ceba211f285" targetNamespace="http://schemas.microsoft.com/office/2006/metadata/properties" ma:root="true" ma:fieldsID="bae1aa05934060109acd3518d5a8408f" ns3:_="">
    <xsd:import namespace="fee209b7-9c49-4f20-bb6e-5ceba211f28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209b7-9c49-4f20-bb6e-5ceba211f28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www.w3.org/XML/1998/namespace"/>
    <ds:schemaRef ds:uri="http://purl.org/dc/dcmitype/"/>
    <ds:schemaRef ds:uri="fee209b7-9c49-4f20-bb6e-5ceba211f285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5784AEA-EE6C-478E-BA47-769E6E1448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e209b7-9c49-4f20-bb6e-5ceba211f2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08f7b5b-20fc-4bc8-9150-b1015a308b9c}" enabled="0" method="" siteId="{708f7b5b-20fc-4bc8-9150-b1015a308b9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Paddy Pride</cp:lastModifiedBy>
  <cp:revision>3</cp:revision>
  <dcterms:created xsi:type="dcterms:W3CDTF">2018-06-07T21:39:02Z</dcterms:created>
  <dcterms:modified xsi:type="dcterms:W3CDTF">2026-07-11T13:52:57Z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0x010100CC42A8B901B96042AE756E7F62DE7EFF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